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Outfit Extra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-297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92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28. POSIX</a:t>
            </a:r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Portable Operating System Interface</a:t>
            </a:r>
          </a:p>
          <a:p>
            <a:r>
              <a:rPr lang="en-IN" dirty="0"/>
              <a:t>A standard that defines APIs for Unix-like operating systems.</a:t>
            </a:r>
          </a:p>
          <a:p>
            <a:r>
              <a:rPr lang="en-IN" dirty="0"/>
              <a:t>Examples</a:t>
            </a:r>
          </a:p>
          <a:p>
            <a:pPr lvl="0"/>
            <a:r>
              <a:rPr lang="en-IN" dirty="0" err="1"/>
              <a:t>pthread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signals </a:t>
            </a:r>
          </a:p>
          <a:p>
            <a:pPr lvl="0"/>
            <a:r>
              <a:rPr lang="en-IN" dirty="0"/>
              <a:t>file APIs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29. </a:t>
            </a:r>
            <a:r>
              <a:rPr lang="en-IN" b="1" dirty="0" err="1"/>
              <a:t>pthread</a:t>
            </a:r>
            <a:endParaRPr lang="en-IN" b="1" dirty="0"/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POSIX Thread</a:t>
            </a:r>
          </a:p>
          <a:p>
            <a:r>
              <a:rPr lang="en-IN" dirty="0"/>
              <a:t>Library used to create threads in 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30. Mutex</a:t>
            </a:r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Mutual Exclusion</a:t>
            </a:r>
          </a:p>
          <a:p>
            <a:r>
              <a:rPr lang="en-IN" dirty="0"/>
              <a:t>Only one thread can access shared data at a time.</a:t>
            </a:r>
          </a:p>
          <a:p>
            <a:r>
              <a:rPr lang="en-IN" dirty="0"/>
              <a:t>Prevents data corruption.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31. Semaphore</a:t>
            </a:r>
          </a:p>
          <a:p>
            <a:r>
              <a:rPr lang="en-IN" dirty="0"/>
              <a:t>A synchronization mechanism that controls access to a limited number of shared resources.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Only </a:t>
            </a:r>
            <a:r>
              <a:rPr lang="en-IN" b="1" dirty="0"/>
              <a:t>5 document indexing threads</a:t>
            </a:r>
            <a:r>
              <a:rPr lang="en-IN" dirty="0"/>
              <a:t> can run simultaneously.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32. Deadlock</a:t>
            </a:r>
          </a:p>
          <a:p>
            <a:r>
              <a:rPr lang="en-IN" dirty="0"/>
              <a:t>Two or more processes wait for each other forever.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Thread A waits for Thread B</a:t>
            </a:r>
          </a:p>
          <a:p>
            <a:r>
              <a:rPr lang="en-IN" dirty="0"/>
              <a:t>Thread B waits for Thread A</a:t>
            </a:r>
          </a:p>
          <a:p>
            <a:r>
              <a:rPr lang="en-IN" dirty="0"/>
              <a:t>Neither proceeds.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28. POSIX</a:t>
            </a:r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Portable Operating System Interface</a:t>
            </a:r>
          </a:p>
          <a:p>
            <a:r>
              <a:rPr lang="en-IN" dirty="0"/>
              <a:t>A standard that defines APIs for Unix-like operating systems.</a:t>
            </a:r>
          </a:p>
          <a:p>
            <a:r>
              <a:rPr lang="en-IN" dirty="0"/>
              <a:t>Examples</a:t>
            </a:r>
          </a:p>
          <a:p>
            <a:pPr lvl="0"/>
            <a:r>
              <a:rPr lang="en-IN" dirty="0" err="1"/>
              <a:t>pthread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signals </a:t>
            </a:r>
          </a:p>
          <a:p>
            <a:pPr lvl="0"/>
            <a:r>
              <a:rPr lang="en-IN" dirty="0"/>
              <a:t>file APIs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29. </a:t>
            </a:r>
            <a:r>
              <a:rPr lang="en-IN" b="1" dirty="0" err="1"/>
              <a:t>pthread</a:t>
            </a:r>
            <a:endParaRPr lang="en-IN" b="1" dirty="0"/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POSIX Thread</a:t>
            </a:r>
          </a:p>
          <a:p>
            <a:r>
              <a:rPr lang="en-IN" dirty="0"/>
              <a:t>Library used to create threads in 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30. Mutex</a:t>
            </a:r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Mutual Exclusion</a:t>
            </a:r>
          </a:p>
          <a:p>
            <a:r>
              <a:rPr lang="en-IN" dirty="0"/>
              <a:t>Only one thread can access shared data at a time.</a:t>
            </a:r>
          </a:p>
          <a:p>
            <a:r>
              <a:rPr lang="en-IN" dirty="0"/>
              <a:t>Prevents data corruption.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31. Semaphore</a:t>
            </a:r>
          </a:p>
          <a:p>
            <a:r>
              <a:rPr lang="en-IN" dirty="0"/>
              <a:t>A synchronization mechanism that controls access to a limited number of shared resources.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Only </a:t>
            </a:r>
            <a:r>
              <a:rPr lang="en-IN" b="1" dirty="0"/>
              <a:t>5 document indexing threads</a:t>
            </a:r>
            <a:r>
              <a:rPr lang="en-IN" dirty="0"/>
              <a:t> can run simultaneously.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32. Deadlock</a:t>
            </a:r>
          </a:p>
          <a:p>
            <a:r>
              <a:rPr lang="en-IN" dirty="0"/>
              <a:t>Two or more processes wait for each other forever.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Thread A waits for Thread B</a:t>
            </a:r>
          </a:p>
          <a:p>
            <a:r>
              <a:rPr lang="en-IN" dirty="0"/>
              <a:t>Thread B waits for Thread A</a:t>
            </a:r>
          </a:p>
          <a:p>
            <a:r>
              <a:rPr lang="en-IN" dirty="0"/>
              <a:t>Neither proceeds.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Here is a presentation script you can use when you reach the "Project Modules" slide. I have broken it down module by module so you can speak to each point naturally.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### Introduction to the Slide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"Moving on to the core architecture of </a:t>
            </a:r>
            <a:r>
              <a:rPr lang="en-IN" dirty="0" err="1"/>
              <a:t>ShellForge</a:t>
            </a:r>
            <a:r>
              <a:rPr lang="en-IN" dirty="0"/>
              <a:t>, let's walk through our Project Modules. This slide breaks down the six fundamental areas we are building to create this Linux-based administration console."</a:t>
            </a:r>
            <a:br>
              <a:rPr lang="en-IN" dirty="0"/>
            </a:br>
            <a:br>
              <a:rPr lang="en-IN" dirty="0"/>
            </a:br>
            <a:r>
              <a:rPr lang="en-IN" dirty="0"/>
              <a:t>### The Modules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Shell &amp; REPL</a:t>
            </a:r>
            <a:br>
              <a:rPr lang="en-IN" dirty="0"/>
            </a:br>
            <a:r>
              <a:rPr lang="en-IN" dirty="0"/>
              <a:t>"Our first module is the Shell &amp; REPL. This is the front-line interface where we handle command parsing, render the user prompt, and build out the essential built-in commands that administrators will use daily."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Process Management</a:t>
            </a:r>
            <a:br>
              <a:rPr lang="en-IN" dirty="0"/>
            </a:br>
            <a:r>
              <a:rPr lang="en-IN" dirty="0"/>
              <a:t>"Next is Process Management. This is where we interact directly with the OS using system calls like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IN" dirty="0"/>
              <a:t>,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exec()</a:t>
            </a:r>
            <a:r>
              <a:rPr lang="en-IN" dirty="0"/>
              <a:t>, and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IN" dirty="0"/>
              <a:t> to create and control processes, which includes managing background jobs effectively."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IPC (Inter-Process Communication)</a:t>
            </a:r>
            <a:br>
              <a:rPr lang="en-IN" dirty="0"/>
            </a:br>
            <a:r>
              <a:rPr lang="en-IN" dirty="0"/>
              <a:t>"The third module is IPC. To allow different processes to talk to each other, we are implementing standard pipes and named pipes, alongside robust signal handling."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Memory Management</a:t>
            </a:r>
            <a:br>
              <a:rPr lang="en-IN" dirty="0"/>
            </a:br>
            <a:r>
              <a:rPr lang="en-IN" dirty="0"/>
              <a:t>"Fourth, we have Memory Management. This module handles how our shell interacts with virtual memory and manages dynamic allocation, as well as the debugging processes required to keep it stable."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Linux File System</a:t>
            </a:r>
            <a:br>
              <a:rPr lang="en-IN" dirty="0"/>
            </a:br>
            <a:r>
              <a:rPr lang="en-IN" dirty="0"/>
              <a:t>"Our fifth module focuses on the Linux File System. This area is dedicated to managing file descriptors, executing standard I/O operations, and handling directory management."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Concurrency</a:t>
            </a:r>
            <a:br>
              <a:rPr lang="en-IN" dirty="0"/>
            </a:br>
            <a:r>
              <a:rPr lang="en-IN" dirty="0"/>
              <a:t>"Finally, we have Concurrency. </a:t>
            </a:r>
            <a:r>
              <a:rPr lang="en-IN"/>
              <a:t>To ensure our shell performs efficiently, we are utilizing POSIX threads and implementing synchronization primitives like mutexes and semaphores."</a:t>
            </a:r>
            <a:br>
              <a:rPr lang="en-IN"/>
            </a:br>
            <a:br>
              <a:rPr lang="en-IN"/>
            </a:br>
            <a:r>
              <a:rPr lang="en-IN"/>
              <a:t>### Conclusion / Transition</a:t>
            </a:r>
            <a:br>
              <a:rPr lang="en-IN"/>
            </a:br>
            <a:br>
              <a:rPr lang="en-IN"/>
            </a:br>
            <a:r>
              <a:rPr lang="en-IN"/>
              <a:t>"By bringing these six modules together, our expected outcome is a fully functional shell that demonstrates practical implementations of these concepts and integrates smoothly with the Enterprise Knowledge Intelligence Platform."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28. POSIX</a:t>
            </a:r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Portable Operating System Interface</a:t>
            </a:r>
          </a:p>
          <a:p>
            <a:r>
              <a:rPr lang="en-IN" dirty="0"/>
              <a:t>A standard that defines APIs for Unix-like operating systems.</a:t>
            </a:r>
          </a:p>
          <a:p>
            <a:r>
              <a:rPr lang="en-IN" dirty="0"/>
              <a:t>Examples</a:t>
            </a:r>
          </a:p>
          <a:p>
            <a:pPr lvl="0"/>
            <a:r>
              <a:rPr lang="en-IN" dirty="0" err="1"/>
              <a:t>pthread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signals </a:t>
            </a:r>
          </a:p>
          <a:p>
            <a:pPr lvl="0"/>
            <a:r>
              <a:rPr lang="en-IN" dirty="0"/>
              <a:t>file APIs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29. </a:t>
            </a:r>
            <a:r>
              <a:rPr lang="en-IN" b="1" dirty="0" err="1"/>
              <a:t>pthread</a:t>
            </a:r>
            <a:endParaRPr lang="en-IN" b="1" dirty="0"/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POSIX Thread</a:t>
            </a:r>
          </a:p>
          <a:p>
            <a:r>
              <a:rPr lang="en-IN" dirty="0"/>
              <a:t>Library used to create threads in 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30. Mutex</a:t>
            </a:r>
          </a:p>
          <a:p>
            <a:r>
              <a:rPr lang="en-IN" b="1" dirty="0"/>
              <a:t>Full Form</a:t>
            </a:r>
            <a:endParaRPr lang="en-IN" dirty="0"/>
          </a:p>
          <a:p>
            <a:r>
              <a:rPr lang="en-IN" dirty="0"/>
              <a:t>Mutual Exclusion</a:t>
            </a:r>
          </a:p>
          <a:p>
            <a:r>
              <a:rPr lang="en-IN" dirty="0"/>
              <a:t>Only one thread can access shared data at a time.</a:t>
            </a:r>
          </a:p>
          <a:p>
            <a:r>
              <a:rPr lang="en-IN" dirty="0"/>
              <a:t>Prevents data corruption.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31. Semaphore</a:t>
            </a:r>
          </a:p>
          <a:p>
            <a:r>
              <a:rPr lang="en-IN" dirty="0"/>
              <a:t>A synchronization mechanism that controls access to a limited number of shared resources.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Only </a:t>
            </a:r>
            <a:r>
              <a:rPr lang="en-IN" b="1" dirty="0"/>
              <a:t>5 document indexing threads</a:t>
            </a:r>
            <a:r>
              <a:rPr lang="en-IN" dirty="0"/>
              <a:t> can run simultaneously.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32. Deadlock</a:t>
            </a:r>
          </a:p>
          <a:p>
            <a:r>
              <a:rPr lang="en-IN" dirty="0"/>
              <a:t>Two or more processes wait for each other forever.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Thread A waits for Thread B</a:t>
            </a:r>
          </a:p>
          <a:p>
            <a:r>
              <a:rPr lang="en-IN" dirty="0"/>
              <a:t>Thread B waits for Thread A</a:t>
            </a:r>
          </a:p>
          <a:p>
            <a:r>
              <a:rPr lang="en-IN" dirty="0"/>
              <a:t>Neither proceeds.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700E00-9BF2-055C-2146-6F05013ABE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1568" y="0"/>
            <a:ext cx="1259678" cy="59787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7637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ShellForge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76065"/>
            <a:ext cx="4722763" cy="53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Linux-Based Administration Console for the Enterprise Knowledge Intelligence Platform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496119" y="2120280"/>
            <a:ext cx="3574777" cy="215354"/>
          </a:xfrm>
          <a:prstGeom prst="roundRect">
            <a:avLst>
              <a:gd name="adj" fmla="val 22119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81174" y="2162770"/>
            <a:ext cx="38618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OPERATING SYSTEMS AND SYSTEMS PROGRAMMING (OSSP)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2495104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Sathya Krishna - 2510080006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Yeswanth - 2510080001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Aneeq - 2510080005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Abhinav - 2510080002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· Course: OSSP · Guide: Dr. P. Kalpana · KLH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625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08112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Gap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63514"/>
            <a:ext cx="3905696" cy="53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Modern enterprise applications rely on graphical interfaces, but system administrators need a </a:t>
            </a:r>
            <a:r>
              <a:rPr lang="en-US" sz="8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fast, lightweight, and scriptable CLI</a:t>
            </a: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managing services, monitoring processes, and troubleshooting resources.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46947" y="1208112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Solution: ShellForge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6947" y="1563514"/>
            <a:ext cx="3905696" cy="53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</a:t>
            </a:r>
            <a:r>
              <a:rPr lang="en-US" sz="8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Unix-like shell</a:t>
            </a: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built in C that serves as the command-line administration console for the Enterprise Knowledge Intelligence Platform — enabling direct interaction with the backend through Linux system programming concepts.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570" y="2373139"/>
            <a:ext cx="5116860" cy="2341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1668" y="2670874"/>
            <a:ext cx="1131880" cy="14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Linux Kernel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61668" y="2852603"/>
            <a:ext cx="1247584" cy="22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Provides system calls and resource control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149712" y="3440552"/>
            <a:ext cx="1131880" cy="14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ShellForge CLI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134621" y="3622282"/>
            <a:ext cx="1146972" cy="224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3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Lightweight, scriptable command interface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761668" y="3837968"/>
            <a:ext cx="1131880" cy="14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Administrator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61668" y="4019698"/>
            <a:ext cx="1247584" cy="224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Performs management and troubleshooting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24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58962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196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Custom Unix Shell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2617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a REPL-based shell in C with command parsing and built-in commands.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458962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9196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Process Management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226171"/>
            <a:ext cx="259913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</a:t>
            </a: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background job control.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458962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9196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Memory &amp; File I/O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22617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Manage virtual memory, dynamic allocation, and Linux file descriptors.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90131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5082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IPC &amp; Concurrency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57340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pipes, signals, POSIX threads, mutexes, and synchronization.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190131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5082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Platform Integration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57340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ShellForge with the Enterprise Knowledge Intelligence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45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01019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2640" y="174754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Language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05405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 (GNU GCC)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601019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89363" y="174754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Environment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054051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Ubuntu / WSL · Visual Studio Code · Make · Git &amp; GitHub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569146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2640" y="2715667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Linux APIs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02217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System Calls · pthread · Signals · Pipes · File I/O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569146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89363" y="2715667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Tools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02217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GDB · Valgrind · Makefile · Bash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60811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Development Workflow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404217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ShellForge is developed on </a:t>
            </a: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Ubuntu/WSL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using </a:t>
            </a: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GNU GCC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managed via </a:t>
            </a: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Git/GitHub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ShellForge acts as the </a:t>
            </a:r>
            <a:r>
              <a:rPr lang="en-US" sz="9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Linux administration interface</a:t>
            </a: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the enterprise platform, translating administrator commands into kernel-level system calls.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65117" y="858069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Layer Breakdown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52" y="1183406"/>
            <a:ext cx="3321917" cy="6585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17120" y="1263773"/>
            <a:ext cx="2404788" cy="18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817120" y="1552841"/>
            <a:ext cx="2404788" cy="14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Issues commands via the ShellForge prompt.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578" y="1959803"/>
            <a:ext cx="3322043" cy="6585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17045" y="2040170"/>
            <a:ext cx="1746339" cy="18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ShellForge CLI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817045" y="2313543"/>
            <a:ext cx="1746339" cy="14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Parses input, dispatches system calls.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577" y="2731442"/>
            <a:ext cx="3321917" cy="6585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17045" y="2811809"/>
            <a:ext cx="2531384" cy="18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Linux Kernel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817045" y="3060733"/>
            <a:ext cx="2531384" cy="14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Handles process, memory, and I/O operations.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577" y="3530863"/>
            <a:ext cx="3322043" cy="65858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17043" y="3611230"/>
            <a:ext cx="2436497" cy="18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Enterprise Platform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801265" y="3877655"/>
            <a:ext cx="2436497" cy="14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Spring Boot + TextHack + Databases backend.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313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Modules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3342"/>
            <a:ext cx="4023568" cy="1162348"/>
          </a:xfrm>
          <a:prstGeom prst="roundRect">
            <a:avLst>
              <a:gd name="adj" fmla="val 440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2697" y="1149921"/>
            <a:ext cx="365447" cy="365447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156" y="1250379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19994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Shell &amp; REPL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3151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Command parsing, prompt rendering, built-in commands.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3342"/>
            <a:ext cx="4023568" cy="1162348"/>
          </a:xfrm>
          <a:prstGeom prst="roundRect">
            <a:avLst>
              <a:gd name="adj" fmla="val 440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750891" y="1149921"/>
            <a:ext cx="365447" cy="365447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50379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19994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Process Management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3151"/>
            <a:ext cx="3770412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9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9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background jobs.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9031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22697" y="2416894"/>
            <a:ext cx="365447" cy="365447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56" y="2517353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696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IPC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4012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Pipes, named pipes, and signal handling.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9031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4750891" y="2416894"/>
            <a:ext cx="365447" cy="365447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350" y="2517353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696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Memory Management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4012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Virtual memory, dynamic allocation, debugging.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96119" y="3552527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22697" y="3679106"/>
            <a:ext cx="365447" cy="365447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156" y="3779565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9179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Linux File System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402336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File descriptors, I/O operations, directory management.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4313" y="3552527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4750891" y="3679106"/>
            <a:ext cx="365447" cy="365447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1350" y="3779565"/>
            <a:ext cx="164455" cy="1644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891" y="4149179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Concurrency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402336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POSIX threads, mutex, semaphores, synchronization.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742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Implementation Timeline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4567238" y="776734"/>
            <a:ext cx="9525" cy="3545384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234346" y="866626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77308" y="776734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08860" y="792510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805607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967011"/>
            <a:ext cx="365507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Linux environment setup, Shell REPL, Makefile, Git repository.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57167" y="1303213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77308" y="1213321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08860" y="1229097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92812" y="1242194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92812" y="1403598"/>
            <a:ext cx="365507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Command parser and built-in commands.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34346" y="1704305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477308" y="1614413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08860" y="1630189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19" y="1643286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1804690"/>
            <a:ext cx="3655070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 creation with </a:t>
            </a:r>
            <a:r>
              <a:rPr lang="en-US" sz="10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/</a:t>
            </a:r>
            <a:r>
              <a:rPr lang="en-US" sz="10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job control.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7167" y="2105397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77308" y="2015505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08860" y="2031281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92812" y="2044378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92812" y="2205782"/>
            <a:ext cx="365507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Pipes, signals, and inter-process communication.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34346" y="2506489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77308" y="2416597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08860" y="2432372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6119" y="2445469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119" y="2606873"/>
            <a:ext cx="365507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File system operations, File I/O, and memory management.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57167" y="2907581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477308" y="2817688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08860" y="2833464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92812" y="2846561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92812" y="3007965"/>
            <a:ext cx="365507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POSIX threads and synchronization primitives.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34346" y="3308672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77308" y="3218780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08860" y="3234556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6119" y="3247653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6119" y="3409057"/>
            <a:ext cx="365507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Integration with Enterprise Knowledge Platform.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57167" y="3709764"/>
            <a:ext cx="252487" cy="9525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477308" y="3619872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08860" y="3635648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92812" y="3648745"/>
            <a:ext cx="365507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Week 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92812" y="3810149"/>
            <a:ext cx="3655070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Testing, optimization, and documentation.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6119" y="4378299"/>
            <a:ext cx="8151763" cy="439886"/>
          </a:xfrm>
          <a:prstGeom prst="roundRect">
            <a:avLst>
              <a:gd name="adj" fmla="val 10059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81" y="4483447"/>
            <a:ext cx="105147" cy="8416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769590" y="4449217"/>
            <a:ext cx="779412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Expected Outcome:</a:t>
            </a:r>
            <a:r>
              <a:rPr lang="en-US" sz="9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 fully functional Linux-based administration shell integrated with the Enterprise Knowledge Intelligence Platform, demonstrating practical implementation of process management, IPC, memory management, file systems, and concurrency.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1273</Words>
  <Application>Microsoft Office PowerPoint</Application>
  <PresentationFormat>On-screen Show (16:9)</PresentationFormat>
  <Paragraphs>192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Arimo Bold</vt:lpstr>
      <vt:lpstr>Aptos</vt:lpstr>
      <vt:lpstr>Consolas</vt:lpstr>
      <vt:lpstr>Arimo</vt:lpstr>
      <vt:lpstr>Arial</vt:lpstr>
      <vt:lpstr>Outfit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Lucky 994</cp:lastModifiedBy>
  <cp:revision>7</cp:revision>
  <dcterms:created xsi:type="dcterms:W3CDTF">2026-08-07T08:20:32Z</dcterms:created>
  <dcterms:modified xsi:type="dcterms:W3CDTF">2026-08-07T08:37:38Z</dcterms:modified>
</cp:coreProperties>
</file>