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Outfit Extra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9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91E56-67A3-D83F-32CC-0D22D2FE61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45261" y="0"/>
            <a:ext cx="1524000" cy="7233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818852"/>
            <a:ext cx="3591430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346765" y="875506"/>
            <a:ext cx="39742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DBE &amp; DSD · PROJECT REVIEW 1 · 25CS1302E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1815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Enterprise Knowledge Intelligence Platform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2646363"/>
            <a:ext cx="6296860" cy="339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Hybrid Relational, Document, and Vector Data Architecture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KLH University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Group Number: 10 · Project Supervisor: L. Melinda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 Members: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M. Sathya Krishna – 2510080006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Yashwanth – 2510080001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Aneeq – 2510080005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Abhinav – 2510080002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44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TheKnowledgeFragmentation Problem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5857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6832" y="215394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Wasted Time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562622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Employees spend significant time searching for information that should be readily accessible.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95857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85658" y="2153940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Poor Search Quality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562622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keyword-based search returns irrelevant results, failing to understand intent or meaning.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51833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56832" y="374719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Duplication &amp; Cost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155877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Knowledge duplication increases storage and maintenance costs across the organisation.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51833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85658" y="374719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Security Gaps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155877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Lack of centralised management leads to version control issues and unauthorised access risks.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1687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Affected sectors: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IT Companies · Educational Institutions · Government Organisations · Healthcare Organisations · Research Institutes · Large Enterprises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93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Why This Project Matters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16125"/>
            <a:ext cx="2882233" cy="2882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462" y="2016125"/>
            <a:ext cx="69110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Beneficiary Groups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25462" y="2500412"/>
            <a:ext cx="69110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Employees, Managers, Researchers, Students, Organisations, Knowledge Admins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25462" y="3180854"/>
            <a:ext cx="69110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Impact Areas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25462" y="3665141"/>
            <a:ext cx="691100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Productivity, Decision-making, Digital Transformation, Knowledge Sharing, Time Savings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5298281"/>
            <a:ext cx="3490825" cy="6556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1281" y="5323681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 collaboration and information sharing across teams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735" y="5298281"/>
            <a:ext cx="3490825" cy="655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02940" y="5323681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Centralise organisational knowledge in one secure platform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395" y="5298281"/>
            <a:ext cx="3490825" cy="655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4600" y="5323681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Replace keyword search with intelligent semantic understanding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24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086323" y="1237853"/>
            <a:ext cx="19050" cy="5092799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93654" y="1397695"/>
            <a:ext cx="451831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26436" y="1237853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82840" y="1266031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1289546"/>
            <a:ext cx="468132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Secure Knowledge Platform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1596827"/>
            <a:ext cx="468132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a robust enterprise knowledge management system with end-to-end security controls.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6210" y="2240161"/>
            <a:ext cx="451831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26436" y="2080320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82840" y="2108498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848899" y="2132013"/>
            <a:ext cx="468132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Hybrid Data Storage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48899" y="2439293"/>
            <a:ext cx="468132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Store structured, unstructured, and semantic data using multiple specialised database technologies.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93654" y="2988469"/>
            <a:ext cx="451831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26436" y="2828627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82840" y="2856805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61475" y="2880320"/>
            <a:ext cx="468132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Fast REST APIs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3187601"/>
            <a:ext cx="468132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 high-performance RESTful APIs for seamless knowledge access and integration.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6210" y="3736876"/>
            <a:ext cx="451831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26436" y="3577034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82840" y="3605213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848899" y="3628727"/>
            <a:ext cx="468132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48899" y="3936008"/>
            <a:ext cx="468132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authentication and authorisation with granular permission levels per user role.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93654" y="4485283"/>
            <a:ext cx="451831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26436" y="4325441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82840" y="4353620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61475" y="4377134"/>
            <a:ext cx="468132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AI-Powered Semantic Search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1475" y="4684415"/>
            <a:ext cx="468132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 natural language document search using vector embeddings and AI models.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46210" y="5233690"/>
            <a:ext cx="451831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26436" y="5073848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82840" y="5102027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848899" y="5125541"/>
            <a:ext cx="468132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Scalable Distributed Backend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48899" y="5432822"/>
            <a:ext cx="468132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 distributed architecture designed to scale with enterprise growth and cloud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041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Proposed Solution &amp; Methodology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05" y="1521718"/>
            <a:ext cx="3359264" cy="2585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5610" y="1604425"/>
            <a:ext cx="1442627" cy="3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Login &amp; Authentication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545854" y="3730523"/>
            <a:ext cx="1442627" cy="19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Knowledge Upload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410036" y="1604425"/>
            <a:ext cx="1442627" cy="3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Embedding Generation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11147" y="1502271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Main Modules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311147" y="1925042"/>
            <a:ext cx="5225423" cy="15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&amp; Role Management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Knowledge Repository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Document &amp; Semantic Search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REST APIs &amp; Authentication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Deployment &amp; Testing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4514751"/>
            <a:ext cx="1086874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Database Stack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15111"/>
            <a:ext cx="3519399" cy="12637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7970" y="5205413"/>
            <a:ext cx="306260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PostgreSQL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927970" y="5566073"/>
            <a:ext cx="306260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Users, roles, permissions, and metadata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6049" y="5015111"/>
            <a:ext cx="3519499" cy="1263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2543" y="5205413"/>
            <a:ext cx="306270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MongoDB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602543" y="5566073"/>
            <a:ext cx="30627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Documents and knowledge articles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721" y="5015111"/>
            <a:ext cx="3519499" cy="12637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77216" y="5205413"/>
            <a:ext cx="306270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Qdrant / Pinecone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8277216" y="5566073"/>
            <a:ext cx="30627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Vector embeddings for semantic search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12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Feasibility Analysis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60413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Hardware Requirements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61475" y="3401318"/>
            <a:ext cx="2521482" cy="1388963"/>
          </a:xfrm>
          <a:prstGeom prst="roundRect">
            <a:avLst>
              <a:gd name="adj" fmla="val 544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847902" y="3587750"/>
            <a:ext cx="21486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Laptop / Desktop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0096" y="4040882"/>
            <a:ext cx="2148627" cy="63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sz="1400" dirty="0"/>
              <a:t>Minimum Intel Core i5 / </a:t>
            </a:r>
            <a:r>
              <a:rPr lang="en-IN" sz="1400" dirty="0" err="1"/>
              <a:t>Ryzen</a:t>
            </a:r>
            <a:r>
              <a:rPr lang="en-IN" sz="1400" dirty="0"/>
              <a:t> 5,</a:t>
            </a:r>
          </a:p>
          <a:p>
            <a:pPr>
              <a:lnSpc>
                <a:spcPct val="130000"/>
              </a:lnSpc>
            </a:pPr>
            <a:r>
              <a:rPr lang="en-IN" sz="1400" dirty="0"/>
              <a:t> 8 GB RAM, 20 GB free storage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5016104"/>
            <a:ext cx="5283365" cy="1085637"/>
          </a:xfrm>
          <a:prstGeom prst="roundRect">
            <a:avLst>
              <a:gd name="adj" fmla="val 544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7902" y="5169297"/>
            <a:ext cx="450210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Internet Connection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60907" y="5538774"/>
            <a:ext cx="322458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Required for APIs &amp; cloud services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961" y="1560413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Software Stack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321961" y="2035076"/>
            <a:ext cx="2521482" cy="1145580"/>
          </a:xfrm>
          <a:prstGeom prst="roundRect">
            <a:avLst>
              <a:gd name="adj" fmla="val 6605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27438" y="2240558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Languages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527438" y="2552948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Java · Python · JavaScript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· </a:t>
            </a:r>
            <a:r>
              <a:rPr lang="en-IN" sz="1400" dirty="0"/>
              <a:t>SQL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15088" y="2035076"/>
            <a:ext cx="2521482" cy="1145580"/>
          </a:xfrm>
          <a:prstGeom prst="roundRect">
            <a:avLst>
              <a:gd name="adj" fmla="val 6605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220565" y="2240558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Frameworks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220565" y="2693690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Spring Boot · React.js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21961" y="3352304"/>
            <a:ext cx="2521482" cy="1427063"/>
          </a:xfrm>
          <a:prstGeom prst="roundRect">
            <a:avLst>
              <a:gd name="adj" fmla="val 5302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27438" y="3557786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Databases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527438" y="4010918"/>
            <a:ext cx="211052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· MongoDB · Qdrant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15088" y="3352304"/>
            <a:ext cx="2521482" cy="1427063"/>
          </a:xfrm>
          <a:prstGeom prst="roundRect">
            <a:avLst>
              <a:gd name="adj" fmla="val 5302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220565" y="3557786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Tools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220565" y="4010918"/>
            <a:ext cx="211052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Docker · Git · Postman · Maven · </a:t>
            </a:r>
            <a:r>
              <a:rPr lang="en-IN" sz="1400" dirty="0"/>
              <a:t>Visual Studio Code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21961" y="4951016"/>
            <a:ext cx="5214609" cy="1145580"/>
          </a:xfrm>
          <a:prstGeom prst="roundRect">
            <a:avLst>
              <a:gd name="adj" fmla="val 6605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27438" y="5156498"/>
            <a:ext cx="480365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Security &amp; AI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6527438" y="5609630"/>
            <a:ext cx="480365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Spring Security · JWT · OpenAI / Sentence Transformers</a:t>
            </a:r>
            <a:endParaRPr lang="en-US" sz="140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4E4CC73B-5168-7936-4DE1-261CD187221D}"/>
              </a:ext>
            </a:extLst>
          </p:cNvPr>
          <p:cNvSpPr/>
          <p:nvPr/>
        </p:nvSpPr>
        <p:spPr>
          <a:xfrm>
            <a:off x="3388434" y="3401318"/>
            <a:ext cx="2521482" cy="1388963"/>
          </a:xfrm>
          <a:prstGeom prst="roundRect">
            <a:avLst>
              <a:gd name="adj" fmla="val 544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675486A2-4A57-A110-3373-9C70EE83762E}"/>
              </a:ext>
            </a:extLst>
          </p:cNvPr>
          <p:cNvSpPr/>
          <p:nvPr/>
        </p:nvSpPr>
        <p:spPr>
          <a:xfrm>
            <a:off x="3574861" y="3587750"/>
            <a:ext cx="21486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Operating System</a:t>
            </a:r>
            <a:endParaRPr lang="en-US" sz="175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0BDB231C-8FAB-8996-E4FA-B5EE0389CB91}"/>
              </a:ext>
            </a:extLst>
          </p:cNvPr>
          <p:cNvSpPr/>
          <p:nvPr/>
        </p:nvSpPr>
        <p:spPr>
          <a:xfrm>
            <a:off x="3487054" y="3948411"/>
            <a:ext cx="2148627" cy="63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IN" sz="1400" dirty="0"/>
              <a:t>Windows 10/11, Ubuntu Linux</a:t>
            </a:r>
          </a:p>
          <a:p>
            <a:pPr>
              <a:lnSpc>
                <a:spcPct val="130000"/>
              </a:lnSpc>
            </a:pPr>
            <a:r>
              <a:rPr lang="en-IN" sz="1400" dirty="0"/>
              <a:t>or macOS</a:t>
            </a:r>
            <a:endParaRPr lang="en-US" sz="14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82B769AA-E3A3-1641-EEC7-77A8F5E44A34}"/>
              </a:ext>
            </a:extLst>
          </p:cNvPr>
          <p:cNvSpPr/>
          <p:nvPr/>
        </p:nvSpPr>
        <p:spPr>
          <a:xfrm>
            <a:off x="3473989" y="5434989"/>
            <a:ext cx="2607572" cy="937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endParaRPr lang="en-IN" sz="14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0C65A87C-A537-1ADF-B788-1BF16DFD7CF1}"/>
              </a:ext>
            </a:extLst>
          </p:cNvPr>
          <p:cNvSpPr/>
          <p:nvPr/>
        </p:nvSpPr>
        <p:spPr>
          <a:xfrm>
            <a:off x="655430" y="1860932"/>
            <a:ext cx="2148627" cy="63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b="1" dirty="0"/>
              <a:t>Public Dataset</a:t>
            </a:r>
          </a:p>
          <a:p>
            <a:pPr lvl="0"/>
            <a:r>
              <a:rPr lang="en-IN" sz="1400" b="1" dirty="0"/>
              <a:t>Stack Exchange Data Dump</a:t>
            </a:r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Technical questions and answers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Tags and metadata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Used for semantic search and </a:t>
            </a:r>
          </a:p>
          <a:p>
            <a:pPr lvl="0"/>
            <a:r>
              <a:rPr lang="en-IN" sz="1400" dirty="0"/>
              <a:t>       document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006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Novelty of the Project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50293"/>
            <a:ext cx="5214609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Existing Systems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31305"/>
            <a:ext cx="2521482" cy="12554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549" y="2236788"/>
            <a:ext cx="200893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Keyword search only — no semantic understanding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4601" y="2031305"/>
            <a:ext cx="2521482" cy="12554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61676" y="2236788"/>
            <a:ext cx="20089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Single-database storage — limited flexibility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58369"/>
            <a:ext cx="2521482" cy="9739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549" y="3663851"/>
            <a:ext cx="20089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Poor scalability and version control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4601" y="3458369"/>
            <a:ext cx="2521482" cy="9739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61676" y="3663851"/>
            <a:ext cx="20089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Minimal or no role-based access control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321961" y="1550293"/>
            <a:ext cx="5214609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75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Our Proposed System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6321961" y="2031305"/>
            <a:ext cx="2521482" cy="1951930"/>
          </a:xfrm>
          <a:prstGeom prst="roundRect">
            <a:avLst>
              <a:gd name="adj" fmla="val 387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6508389" y="2217738"/>
            <a:ext cx="21486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Hybrid Database Architecture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508389" y="2952353"/>
            <a:ext cx="21486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+ MongoDB + Vector DB working in concert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9015088" y="2031305"/>
            <a:ext cx="2521482" cy="1951930"/>
          </a:xfrm>
          <a:prstGeom prst="roundRect">
            <a:avLst>
              <a:gd name="adj" fmla="val 387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/>
          <p:nvPr/>
        </p:nvSpPr>
        <p:spPr>
          <a:xfrm>
            <a:off x="9201515" y="2217738"/>
            <a:ext cx="21486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 Semantic Search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9201515" y="2670870"/>
            <a:ext cx="21486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Search by meaning: </a:t>
            </a:r>
            <a:r>
              <a:rPr lang="en-US" sz="14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"How do I deploy the backend?"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321961" y="4154884"/>
            <a:ext cx="2521482" cy="1951930"/>
          </a:xfrm>
          <a:prstGeom prst="roundRect">
            <a:avLst>
              <a:gd name="adj" fmla="val 387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/>
          <p:nvPr/>
        </p:nvSpPr>
        <p:spPr>
          <a:xfrm>
            <a:off x="6508389" y="4341316"/>
            <a:ext cx="21486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Role-Based Security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6508389" y="4794448"/>
            <a:ext cx="21486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Granular permissions for Admin, Manager, and Employee roles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9015088" y="4154884"/>
            <a:ext cx="2521482" cy="1951930"/>
          </a:xfrm>
          <a:prstGeom prst="roundRect">
            <a:avLst>
              <a:gd name="adj" fmla="val 387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9201515" y="4341316"/>
            <a:ext cx="21486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Scalable &amp; Distributed</a:t>
            </a:r>
            <a:endParaRPr lang="en-US" sz="1750" dirty="0"/>
          </a:p>
        </p:txBody>
      </p:sp>
      <p:sp>
        <p:nvSpPr>
          <p:cNvPr id="24" name="Text 18"/>
          <p:cNvSpPr/>
          <p:nvPr/>
        </p:nvSpPr>
        <p:spPr>
          <a:xfrm>
            <a:off x="9201515" y="5075932"/>
            <a:ext cx="21486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Microservices-ready, cloud-deployable, Docker-containerised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19274"/>
            <a:ext cx="1486359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1075928"/>
            <a:ext cx="18691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INNOVATION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820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Three Databases, One Intelligent Platform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56135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integration of </a:t>
            </a: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relational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document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vector databases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a single enterprise platform enables efficient data management, intelligent semantic search, enhanced security, and scalable architecture — making it significantly more powerful than conventional knowledge management systems.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76017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6832" y="3571379"/>
            <a:ext cx="567021" cy="567035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3727252"/>
            <a:ext cx="255085" cy="2550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6832" y="432742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Relational Layer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73610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manages users, roles, permissions, and structured metadata with full ACID compliance.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47359" y="3376017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42716" y="3571379"/>
            <a:ext cx="567021" cy="567035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727252"/>
            <a:ext cx="255085" cy="2550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2716" y="432742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Document Layer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542716" y="473610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MongoDB stores flexible, schema-less documents and knowledge articles at scale.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033244" y="3376017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228600" y="3571379"/>
            <a:ext cx="567021" cy="567035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3727252"/>
            <a:ext cx="255085" cy="2550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8600" y="432742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Vector Layer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8228600" y="473610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Qdrant enables AI-powered semantic search by matching meaning, not just keywords.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392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Architecture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73552" y="933151"/>
            <a:ext cx="4549433" cy="1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Architecture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3700"/>
            <a:ext cx="4258637" cy="4258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27412" y="933151"/>
            <a:ext cx="6291036" cy="49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Design Principles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205604" y="1589428"/>
            <a:ext cx="789466" cy="73076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96932" y="1550436"/>
            <a:ext cx="505923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6932" y="1855558"/>
            <a:ext cx="5749835" cy="499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database handles the data type it is optimised for, ensuring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performance and clarity.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05604" y="2701898"/>
            <a:ext cx="789466" cy="7271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196932" y="2704145"/>
            <a:ext cx="505923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Security by Design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96932" y="3015199"/>
            <a:ext cx="5059236" cy="478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JWT-based authentication and role-based authorisation are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embedded at every layer.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05604" y="3723555"/>
            <a:ext cx="789466" cy="772245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196932" y="3679118"/>
            <a:ext cx="505923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Cloud-Ready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96932" y="4006988"/>
            <a:ext cx="505923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Docker containerisation and microservices patterns enable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seamless cloud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2243"/>
            <a:ext cx="1535273" cy="260152"/>
          </a:xfrm>
          <a:prstGeom prst="roundRect">
            <a:avLst>
              <a:gd name="adj" fmla="val 22124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4164" y="693539"/>
            <a:ext cx="1939480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REVIEW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64406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Summary &amp; Next Steps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61475" y="1732459"/>
            <a:ext cx="1086874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presents a novel, hybrid architecture that addresses real-world knowledge management challenges through modern database engineering and AI-powered search.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42957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2701627"/>
            <a:ext cx="5356786" cy="1905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1475" y="2825353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Finalise Architecture Design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3186013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 database schemas, API contracts, and embedding model selection.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3435" y="242957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3435" y="2701627"/>
            <a:ext cx="5356786" cy="1905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73435" y="2825353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Set Up Development Environment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173435" y="3186013"/>
            <a:ext cx="53567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Configure Docker containers for PostgreSQL, MongoDB, and Qdrant.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39920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264124"/>
            <a:ext cx="5356786" cy="1905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1475" y="4387850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Implement Core Modules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1475" y="4748510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authentication, document upload, and embedding generation pipelines.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3435" y="39920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3435" y="4264124"/>
            <a:ext cx="5356786" cy="1905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73435" y="4387850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Integrate &amp; Test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173435" y="4748510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Connect all layers, validate semantic search, and conduct security testing.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475" y="5574010"/>
            <a:ext cx="10868745" cy="641648"/>
          </a:xfrm>
          <a:prstGeom prst="roundRect">
            <a:avLst>
              <a:gd name="adj" fmla="val 11213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2" y="5815905"/>
            <a:ext cx="214109" cy="17125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18078" y="5771952"/>
            <a:ext cx="1075047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Course:</a:t>
            </a: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Database Engineering &amp; Distributed Systems Design (25CS1302E) · </a:t>
            </a: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Institution:</a:t>
            </a: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KLH University · </a:t>
            </a: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Review:</a:t>
            </a: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Project Review 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809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Arimo Bold</vt:lpstr>
      <vt:lpstr>Arial</vt:lpstr>
      <vt:lpstr>Arimo</vt:lpstr>
      <vt:lpstr>Outfit ExtraBold</vt:lpstr>
      <vt:lpstr>Outfit Light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Lucky 994</cp:lastModifiedBy>
  <cp:revision>5</cp:revision>
  <dcterms:created xsi:type="dcterms:W3CDTF">2026-08-01T04:01:10Z</dcterms:created>
  <dcterms:modified xsi:type="dcterms:W3CDTF">2026-08-01T05:39:08Z</dcterms:modified>
</cp:coreProperties>
</file>