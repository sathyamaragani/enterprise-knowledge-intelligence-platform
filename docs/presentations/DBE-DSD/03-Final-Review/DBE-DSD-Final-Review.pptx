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4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4CA17C-239B-75E0-6B4B-A78AA19C33E8}"/>
              </a:ext>
            </a:extLst>
          </p:cNvPr>
          <p:cNvSpPr/>
          <p:nvPr/>
        </p:nvSpPr>
        <p:spPr>
          <a:xfrm>
            <a:off x="2870200" y="6705600"/>
            <a:ext cx="3810000" cy="381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Laiphangbam</a:t>
            </a:r>
            <a:r>
              <a:rPr lang="en-IN" sz="2800" b="1" dirty="0">
                <a:latin typeface="MS Mincho" panose="02020609040205080304" pitchFamily="49" charset="-128"/>
                <a:ea typeface="MS Mincho" panose="02020609040205080304" pitchFamily="49" charset="-128"/>
              </a:rPr>
              <a:t> Melinda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2BC4BB-4AA4-77D0-2874-9E0345ECB8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445066"/>
            <a:ext cx="4953000" cy="3111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25F1C1-98AB-930E-E284-E660CCC554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69"/>
          <a:stretch>
            <a:fillRect/>
          </a:stretch>
        </p:blipFill>
        <p:spPr>
          <a:xfrm>
            <a:off x="5689600" y="1434973"/>
            <a:ext cx="4867114" cy="32130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F5D76-9725-2BA6-45DC-F7E3E3138F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87"/>
          <a:stretch>
            <a:fillRect/>
          </a:stretch>
        </p:blipFill>
        <p:spPr>
          <a:xfrm>
            <a:off x="10871200" y="1624780"/>
            <a:ext cx="4867114" cy="2931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22C185-2318-6E49-684B-03A80DD42B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48"/>
          <a:stretch>
            <a:fillRect/>
          </a:stretch>
        </p:blipFill>
        <p:spPr>
          <a:xfrm>
            <a:off x="456344" y="5257800"/>
            <a:ext cx="4904348" cy="3352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9029E2-8EAB-91D8-7057-3639550BA05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57" y="5036303"/>
            <a:ext cx="3810000" cy="36348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1EAF9D-0447-03CA-BE76-D5AE8C87104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0" y="5085470"/>
            <a:ext cx="4914034" cy="3525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</Words>
  <Application>Microsoft Office PowerPoint</Application>
  <PresentationFormat>Custom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MS Mincho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Lucky 994</cp:lastModifiedBy>
  <cp:revision>5</cp:revision>
  <dcterms:created xsi:type="dcterms:W3CDTF">2006-08-16T00:00:00Z</dcterms:created>
  <dcterms:modified xsi:type="dcterms:W3CDTF">2026-10-06T07:36:46Z</dcterms:modified>
</cp:coreProperties>
</file>