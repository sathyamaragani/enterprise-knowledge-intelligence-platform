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32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2" d="100"/>
          <a:sy n="82" d="100"/>
        </p:scale>
        <p:origin x="64" y="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4F8583-8C49-7320-9A85-21BF6DC10B48}"/>
              </a:ext>
            </a:extLst>
          </p:cNvPr>
          <p:cNvSpPr/>
          <p:nvPr/>
        </p:nvSpPr>
        <p:spPr>
          <a:xfrm>
            <a:off x="9804400" y="7620000"/>
            <a:ext cx="1447800" cy="304800"/>
          </a:xfrm>
          <a:prstGeom prst="rect">
            <a:avLst/>
          </a:prstGeom>
          <a:solidFill>
            <a:srgbClr val="2832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Dr. P. Anitha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Custom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Lucky 994</cp:lastModifiedBy>
  <cp:revision>3</cp:revision>
  <dcterms:created xsi:type="dcterms:W3CDTF">2006-08-16T00:00:00Z</dcterms:created>
  <dcterms:modified xsi:type="dcterms:W3CDTF">2026-10-07T05:12:37Z</dcterms:modified>
</cp:coreProperties>
</file>