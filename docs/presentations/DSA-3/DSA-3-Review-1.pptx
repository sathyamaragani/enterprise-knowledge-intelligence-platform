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Arimo" panose="020B0604020202020204" charset="0"/>
      <p:regular r:id="rId10"/>
    </p:embeddedFont>
    <p:embeddedFont>
      <p:font typeface="Arimo Bold" panose="020B0604020202020204" charset="0"/>
      <p:regular r:id="rId11"/>
    </p:embeddedFont>
    <p:embeddedFont>
      <p:font typeface="Outfit Bold" panose="020B0604020202020204" charset="0"/>
      <p:regular r:id="rId12"/>
    </p:embeddedFont>
    <p:embeddedFont>
      <p:font typeface="Outfit Extra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0202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8485FD-5CD8-6180-A3E9-8D71EE694D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8342" y="0"/>
            <a:ext cx="1305658" cy="61970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21357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Enterprise Knowledge Intelligence Platform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1386780"/>
            <a:ext cx="4722763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31971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Team Members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3925119" y="1865188"/>
            <a:ext cx="472276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M. Sathya Krishna – 2510080006.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Yashwanth – 2510080001.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Aneeq – 2510080005.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Abhinav – 2510080002.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25119" y="3080593"/>
            <a:ext cx="4722763" cy="1066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Guide: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Anitha. P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 advanced algorithm-driven system for intelligent document processing, semantic search, and knowledge discovery — built on rigorous data structures and algorithmic foundations.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25119" y="4306788"/>
            <a:ext cx="1704603" cy="215354"/>
          </a:xfrm>
          <a:prstGeom prst="roundRect">
            <a:avLst>
              <a:gd name="adj" fmla="val 22119"/>
            </a:avLst>
          </a:prstGeom>
          <a:solidFill>
            <a:srgbClr val="D7D2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010174" y="4349279"/>
            <a:ext cx="199169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DSA-3 · PROJECT REVIEW 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700564" y="4306788"/>
            <a:ext cx="1102221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5E4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785619" y="4349279"/>
            <a:ext cx="138931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KLH UNIVERSITY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6106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The Problem with Traditional Search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496119" y="1393552"/>
            <a:ext cx="4722763" cy="748085"/>
          </a:xfrm>
          <a:prstGeom prst="roundRect">
            <a:avLst>
              <a:gd name="adj" fmla="val 733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31552" y="1528986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Inefficient Search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31552" y="1805360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Keyword matching misses semantic intent and contextual relevance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6119" y="2262113"/>
            <a:ext cx="4722763" cy="748085"/>
          </a:xfrm>
          <a:prstGeom prst="roundRect">
            <a:avLst>
              <a:gd name="adj" fmla="val 733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31552" y="2397547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No Fuzzy Handling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31552" y="2673921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Spelling errors and variant queries return zero results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96119" y="3130674"/>
            <a:ext cx="4722763" cy="748085"/>
          </a:xfrm>
          <a:prstGeom prst="roundRect">
            <a:avLst>
              <a:gd name="adj" fmla="val 733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31552" y="3266108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Slow at Scale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31552" y="3542481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Linear scans across large document collections are prohibitively slow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6119" y="3999235"/>
            <a:ext cx="4722763" cy="748085"/>
          </a:xfrm>
          <a:prstGeom prst="roundRect">
            <a:avLst>
              <a:gd name="adj" fmla="val 733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31552" y="4134669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No Optimisation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31552" y="4411042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Task assignment and scheduling lack algorithmic intelligence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1613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Project Objectives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96119" y="906959"/>
            <a:ext cx="86089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TextHack unifies algorithmic rigour with enterprise-grade engineering to deliver a platform that is fast, intelligent, and scalable.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153716"/>
            <a:ext cx="8151763" cy="6511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3682" y="1377553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27584" y="1276499"/>
            <a:ext cx="749751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Intelligent Query Engine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27584" y="1495871"/>
            <a:ext cx="74975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Build the TextHack Algorithm Engine for fast, multi-pattern document search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87959"/>
            <a:ext cx="8151763" cy="6511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3682" y="2111797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027584" y="2010742"/>
            <a:ext cx="749751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Fuzzy &amp; Semantic Search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027584" y="2230115"/>
            <a:ext cx="74975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Enable typo-tolerant queries using Dynamic Programming and vector embeddings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622203"/>
            <a:ext cx="8151763" cy="6511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3682" y="2846040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027584" y="2744986"/>
            <a:ext cx="749751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Document Similarity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1027584" y="2964359"/>
            <a:ext cx="74975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Apply suffix structures and LCP arrays for precise similarity analysis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356446"/>
            <a:ext cx="8151763" cy="65119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3682" y="3580284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4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027584" y="3479229"/>
            <a:ext cx="749751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Graph-Based Assignment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1027584" y="3698602"/>
            <a:ext cx="74975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 network flow and bipartite matching for reviewer and task allocation</a:t>
            </a:r>
            <a:endParaRPr lang="en-US" sz="8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090690"/>
            <a:ext cx="8151763" cy="65119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3682" y="4314527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5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027584" y="4213473"/>
            <a:ext cx="749751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Optimisation &amp; Randomisation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1027584" y="4432846"/>
            <a:ext cx="74975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Demonstrate approximation and randomized algorithms for scheduling and indexing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Technology Stack</a:t>
            </a: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20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1148" y="720849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Core Technologies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61147" y="1171313"/>
            <a:ext cx="3986733" cy="597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4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Java 21</a:t>
            </a: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primary language for all algorithm implementations</a:t>
            </a:r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endParaRPr lang="en-US" sz="14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4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Spring Boot</a:t>
            </a: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RESTful backend with role-based authentication</a:t>
            </a:r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endParaRPr lang="en-US" sz="14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4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PostgreSQL</a:t>
            </a: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structured relational data storage</a:t>
            </a:r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endParaRPr lang="en-US" sz="14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4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MongoDB</a:t>
            </a: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flexible document-based storage</a:t>
            </a:r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endParaRPr lang="en-US" sz="14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4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Qdrant</a:t>
            </a: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high-performance vector database for semantic search</a:t>
            </a:r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endParaRPr lang="en-US" sz="14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4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Git &amp; Maven</a:t>
            </a: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version control and build automation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276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Expected Outcomes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7926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TextHack will deliver a production-ready knowledge platform combining algorithmic precision with modern software architecture.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65548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22624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Fast Pattern Search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53275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Multi-keyword matching with KMP, Rabin-Karp, and Aho-Corasick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765548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222624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Semantic &amp; Fuzzy Search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253275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AI-assisted vector search with typo correction via Levenshtein Distance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765548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222624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Document Similarity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253275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Suffix Array and LCP-based detection of near-duplicate content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269903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73060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Graph-Based Assignment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96119" y="403711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Reviewer and task allocation using Ford-Fulkerson and bipartite matching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269903"/>
            <a:ext cx="283518" cy="28351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72433" y="373060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Secure REST APIs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3272433" y="403711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Role-based authentication with scalable hybrid database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567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Project Modules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086743"/>
            <a:ext cx="860896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Six modular components, each encapsulating a distinct algorithmic domain.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452711"/>
            <a:ext cx="4009355" cy="1011064"/>
          </a:xfrm>
          <a:prstGeom prst="roundRect">
            <a:avLst>
              <a:gd name="adj" fmla="val 5705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38175" y="1594768"/>
            <a:ext cx="37252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Module 1 — Query Engine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8175" y="1889075"/>
            <a:ext cx="372524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Pattern search, query processing, document indexing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38452" y="1452711"/>
            <a:ext cx="4009430" cy="1011064"/>
          </a:xfrm>
          <a:prstGeom prst="roundRect">
            <a:avLst>
              <a:gd name="adj" fmla="val 5705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80508" y="1594768"/>
            <a:ext cx="372531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Module 2 — String Algorithms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80508" y="1889075"/>
            <a:ext cx="372531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KMP, Rabin-Karp, Z Algorithm, Aho-Corasick, Suffix &amp; LCP Arrays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6119" y="2596753"/>
            <a:ext cx="4009355" cy="1011064"/>
          </a:xfrm>
          <a:prstGeom prst="roundRect">
            <a:avLst>
              <a:gd name="adj" fmla="val 5705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8175" y="2738810"/>
            <a:ext cx="37252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Module 3 — Dynamic Programming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8175" y="3033117"/>
            <a:ext cx="372524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Levenshtein, Damerau-Levenshtein, sequence alignment, similarity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38452" y="2596753"/>
            <a:ext cx="4009430" cy="1011064"/>
          </a:xfrm>
          <a:prstGeom prst="roundRect">
            <a:avLst>
              <a:gd name="adj" fmla="val 5705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80508" y="2738810"/>
            <a:ext cx="372531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Module 4 — Graph Algorithms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80508" y="3033117"/>
            <a:ext cx="372531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Ford-Fulkerson, Edmonds-Karp, Dinic's, bipartite matching, citation flow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6119" y="3740795"/>
            <a:ext cx="4009355" cy="1011064"/>
          </a:xfrm>
          <a:prstGeom prst="roundRect">
            <a:avLst>
              <a:gd name="adj" fmla="val 5705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8175" y="3882851"/>
            <a:ext cx="37252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Module 5 — Optimisation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8175" y="4177159"/>
            <a:ext cx="372524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Approximation algorithms, task scheduling, reviewer assignment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38452" y="3740795"/>
            <a:ext cx="4009430" cy="1011064"/>
          </a:xfrm>
          <a:prstGeom prst="roundRect">
            <a:avLst>
              <a:gd name="adj" fmla="val 5705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80508" y="3882851"/>
            <a:ext cx="372531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Module 6 — Randomised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80508" y="4177159"/>
            <a:ext cx="372531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Miller-Rabin primality test, universal hashing, reservoir sampling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2105"/>
            <a:ext cx="815176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Project Timeline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96119" y="799728"/>
            <a:ext cx="8608963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 eight-week sprint plan moving from system design through algorithm implementation to full deployment.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567238" y="977205"/>
            <a:ext cx="9525" cy="3754189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216040" y="1072083"/>
            <a:ext cx="265807" cy="9525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472322" y="977205"/>
            <a:ext cx="199355" cy="199355"/>
          </a:xfrm>
          <a:prstGeom prst="roundRect">
            <a:avLst>
              <a:gd name="adj" fmla="val 1866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05511" y="993800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6119" y="1007641"/>
            <a:ext cx="3632895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Week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6119" y="1179240"/>
            <a:ext cx="3632895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Requirements analysis, system design, API planning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4662153" y="1537171"/>
            <a:ext cx="265807" cy="9525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472322" y="1442293"/>
            <a:ext cx="199355" cy="199355"/>
          </a:xfrm>
          <a:prstGeom prst="roundRect">
            <a:avLst>
              <a:gd name="adj" fmla="val 1866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05511" y="1458888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14987" y="1472729"/>
            <a:ext cx="3632895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Week 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4987" y="1644328"/>
            <a:ext cx="3632895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Database design — PostgreSQL, MongoDB, Qdrant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4216040" y="1962150"/>
            <a:ext cx="265807" cy="9525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472322" y="1867272"/>
            <a:ext cx="199355" cy="199355"/>
          </a:xfrm>
          <a:prstGeom prst="roundRect">
            <a:avLst>
              <a:gd name="adj" fmla="val 1866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05511" y="1883866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6119" y="1897707"/>
            <a:ext cx="3632895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Week 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6119" y="2069306"/>
            <a:ext cx="3632895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TextHack Query Engine and string algorithm implementations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662153" y="2387129"/>
            <a:ext cx="265807" cy="9525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472322" y="2292251"/>
            <a:ext cx="199355" cy="199355"/>
          </a:xfrm>
          <a:prstGeom prst="roundRect">
            <a:avLst>
              <a:gd name="adj" fmla="val 1866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05511" y="2308845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14987" y="2322686"/>
            <a:ext cx="3632895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Week 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4987" y="2494285"/>
            <a:ext cx="3632895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Dynamic programming — edit distance and document similarity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4216040" y="2812107"/>
            <a:ext cx="265807" cy="9525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472322" y="2717229"/>
            <a:ext cx="199355" cy="199355"/>
          </a:xfrm>
          <a:prstGeom prst="roundRect">
            <a:avLst>
              <a:gd name="adj" fmla="val 1866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05511" y="2733824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6119" y="2747665"/>
            <a:ext cx="3632895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Week 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6119" y="2919264"/>
            <a:ext cx="3632895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Network flow and graph algorithm implementations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4662153" y="3237086"/>
            <a:ext cx="265807" cy="9525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472322" y="3142208"/>
            <a:ext cx="199355" cy="199355"/>
          </a:xfrm>
          <a:prstGeom prst="roundRect">
            <a:avLst>
              <a:gd name="adj" fmla="val 1866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05511" y="3158803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14987" y="3172644"/>
            <a:ext cx="3632895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Week 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4987" y="3344242"/>
            <a:ext cx="3632895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Approximation and randomized algorithm modules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4216040" y="3662065"/>
            <a:ext cx="265807" cy="9525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472322" y="3567187"/>
            <a:ext cx="199355" cy="199355"/>
          </a:xfrm>
          <a:prstGeom prst="roundRect">
            <a:avLst>
              <a:gd name="adj" fmla="val 1866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505511" y="3583781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6119" y="3597622"/>
            <a:ext cx="3632895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Week 7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6119" y="3769221"/>
            <a:ext cx="3632895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REST APIs, authentication, frontend integration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662153" y="4087044"/>
            <a:ext cx="265807" cy="9525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472322" y="3992166"/>
            <a:ext cx="199355" cy="199355"/>
          </a:xfrm>
          <a:prstGeom prst="roundRect">
            <a:avLst>
              <a:gd name="adj" fmla="val 1866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505511" y="4008760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14987" y="4022601"/>
            <a:ext cx="3632895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Week 8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014987" y="4194200"/>
            <a:ext cx="3632895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Testing, optimisation, deployment, and documentation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525</Words>
  <Application>Microsoft Office PowerPoint</Application>
  <PresentationFormat>On-screen Show (16:9)</PresentationFormat>
  <Paragraphs>108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Arimo Bold</vt:lpstr>
      <vt:lpstr>Outfit Bold</vt:lpstr>
      <vt:lpstr>Arimo</vt:lpstr>
      <vt:lpstr>Outfit ExtraBold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Lucky 994</cp:lastModifiedBy>
  <cp:revision>2</cp:revision>
  <dcterms:created xsi:type="dcterms:W3CDTF">2026-08-05T05:09:52Z</dcterms:created>
  <dcterms:modified xsi:type="dcterms:W3CDTF">2026-08-05T05:14:15Z</dcterms:modified>
</cp:coreProperties>
</file>